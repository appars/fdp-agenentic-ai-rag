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9" autoAdjust="0"/>
    <p:restoredTop sz="94610"/>
  </p:normalViewPr>
  <p:slideViewPr>
    <p:cSldViewPr snapToGrid="0" snapToObjects="1">
      <p:cViewPr>
        <p:scale>
          <a:sx n="167" d="100"/>
          <a:sy n="167" d="100"/>
        </p:scale>
        <p:origin x="115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4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CI/CD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Jenkins + LangChain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reads test results and decides: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·  RETRY  ·  STOP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82880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38328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 ·  Python / pytest  ·  LangChain  ·  OpenAI GPT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Agentic CI/CD?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CI/CD pipelines deploy or fail based on static rules. This project introduces an AI agent that reads test logs and makes intelligent deployment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Source 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 Git triggers the Jenkins pipeline automatically via a webhook or polling.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LLM-Powered Agent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3756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(GPT) reads test-results.log and reasons about what action to take.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Decision Gate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GO decision allows deployment. STOP fails the build; RETRY re-runs tests once.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Jenkins Pipeline — 6 Stages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45920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84248" y="1005840"/>
            <a:ext cx="822960" cy="82296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84248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64208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64208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(py_compile)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35808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27248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65576" y="1005840"/>
            <a:ext cx="822960" cy="8229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65576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45536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45536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17136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08576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46904" y="1005840"/>
            <a:ext cx="822960" cy="822960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46904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26864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26864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89904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28232" y="100584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28232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08192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08192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9792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571232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909560" y="1005840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90956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89520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8952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(deploy.sh)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64208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py_compile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45536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app.py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test-results.log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26864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(LangChain+GPT)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decision.txt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GO/RETRY/STOP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0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/opt/myapp/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Stage 4 (AI Agent) is the innovation: the LLM reads logs and writes one of three decisions to decision.txt, which Stage 5 acts upon.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5"/>
                </a:solidFill>
              </a:rPr>
              <a:t>AI Agent — Deep Dive  (ai_agent.py)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</a:rPr>
              <a:t>How the Agent Works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34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test-results.log via read_logs() tool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57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mini reasons about failures vs. success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880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retry_recommendation() detects transient keywords: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· connection · network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7490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word to decision.txt: GO, RETRY, or STOP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480060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ai_agent.py  (key snippet)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800600" y="118872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read_logs(log_path):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open(log_path).read()
</a:t>
            </a: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retry_recommendation(err):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word in ['timeout','connection',
               'network']:
        if word in err.lower():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</a:t>
            </a: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'RETRY'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E8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'STOP'
</a:t>
            </a:r>
            <a:r>
              <a:rPr lang="en-US" sz="10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agent invocation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create_agent(model=llm, tools=tools)
response = agent.invoke({...prompt...})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 Gate — Three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26080" y="777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EC2"/>
                </a:solidFill>
              </a:rPr>
              <a:t>Agent reads decision.txt 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D6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743200" cy="59436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Deploy Allowed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fully passed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executed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copied to /opt/myapp/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RETRY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Re-run Tests Once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error detected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832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(timeout/connection/network)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832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retry(1) block executes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3832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deploy  |  FAIL → error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7220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STOP</a:t>
            </a:r>
            <a:endParaRPr lang="en-US" sz="1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659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636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Pipeline Blocked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50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test failure detected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550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error() called in Jenkins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550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marked FAILURE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550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stage skipped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Setup &amp; 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Quick Setup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216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Jenkins + plugins (Pipeline, Git, Blue Ocean, Credentials Binding)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783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OPENAI_API_KEY as a Jenkins secret text credential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350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pipeline job → point to this repository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916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pytest app.py &gt; test-results.log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3483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python3 ai_agent.py  (creates decision.txt)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4050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full pipeline via Jenkins build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agent replaces hard-coded pass/fail rules with reasoning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1901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RETRY handles transient failures gracefully — no wasted builds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4323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 blocks bad code from reaching production automatically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OpenAI key secured via Jenkins credentials, not in code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3493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decision.txt acts as a clean API between the agent and pipeline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Pattern is extensible: swap GPT for any LLM or add more tools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640</Words>
  <Application>Microsoft Office PowerPoint</Application>
  <PresentationFormat>On-screen Show (16:9)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CI/CD with Jenkins + LangChain</dc:title>
  <dc:subject>PptxGenJS Presentation</dc:subject>
  <dc:creator>PptxGenJS</dc:creator>
  <cp:lastModifiedBy>Sirish Kumar</cp:lastModifiedBy>
  <cp:revision>2</cp:revision>
  <dcterms:created xsi:type="dcterms:W3CDTF">2026-05-30T14:50:33Z</dcterms:created>
  <dcterms:modified xsi:type="dcterms:W3CDTF">2026-05-30T14:55:38Z</dcterms:modified>
</cp:coreProperties>
</file>