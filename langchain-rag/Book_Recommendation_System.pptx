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Recommendation 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understands your reading preferences and suggests the perfect next book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 System  ·  LangChain + RAG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9235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307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books come from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19293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2313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data AI-ready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935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Brain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3319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AI 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8620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325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similar books by meaning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86868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6868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92354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13075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search + AI smartly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87452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87452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0368" y="19293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2313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different kinds of requests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88036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88036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0368" y="29352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History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0368" y="33192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your conversation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114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86200"/>
            <a:ext cx="384048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86200"/>
            <a:ext cx="384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0368" y="394106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Chains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4325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AI workflows later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Real Book Data from Kaggle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Kaggle Book Recommendation Dataset — a large, real-world collection of books, users, and ratings.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authors, publishers, cover images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6304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276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Million+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from real readers (0–10 scale)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463040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276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278,000+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35040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reader profiles with demographics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673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 sample the Top 1,000 most-rated books to keep processing fast while staying representative.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— Making Books AI-Readable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AI can help with book recommendations, it needs to read and understand the book data. We use a Document Loader to convert each row of the CSV into a structured 'document' the AI can process.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2024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spreadsheet with 271K books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04288" y="2231136"/>
            <a:ext cx="20116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645920"/>
            <a:ext cx="1920240" cy="13716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Top 1K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06040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books with most ratings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3128" y="2231136"/>
            <a:ext cx="20116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45920"/>
            <a:ext cx="192024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row → Document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01968" y="2231136"/>
            <a:ext cx="201168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645920"/>
            <a:ext cx="192024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992 Documents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03720" y="217627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AI to read &amp; search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looks like: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02336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0332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0440234743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The Testament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John Grisham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year: 1999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publisher: Dell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61188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One document per book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metadata preserved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Ready for vector embedding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— The AI Brain Behind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(Large Language Model) is the AI that understands natural language — your questions, preferences, and the books themselves. LangChain lets you swap models easily.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OpenAI GPT-4o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600200"/>
            <a:ext cx="1051560" cy="34747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10128" y="162763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quality, cloud-based, needs API key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114800" cy="10515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♊ Google Gemini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1600200"/>
            <a:ext cx="10515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53528" y="162763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API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multimodal, needs Google API 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114800" cy="10515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TinyLlama 1.1B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788920"/>
            <a:ext cx="1051560" cy="347472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81635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Local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locally, free, smaller model (used here)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4114800" cy="10515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🤗 Zephyr 7B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2788920"/>
            <a:ext cx="1051560" cy="34747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HF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53528" y="2816352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HF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HuggingFace model, better quality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04164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Key Benefit: One line of code change swaps the AI model — the rest of your system stays the same!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— Finding Books by Meaning, Not Just Keywords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exact-match keyword search, we convert books into numbers (vectors) that capture meaning. Similar books end up mathematically close together.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48132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057400"/>
            <a:ext cx="192024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author, publisher,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58568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08960" y="14813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468880" y="2057400"/>
            <a:ext cx="192024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254203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→ 384 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07408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148132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17720" y="2057400"/>
            <a:ext cx="1920240" cy="1417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Store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09160" y="254203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vector 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992 book vectors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56248" y="26060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406640" y="1481328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481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766560" y="2057400"/>
            <a:ext cx="192024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2103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58000" y="254203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vector → find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closest books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675888"/>
            <a:ext cx="8503920" cy="11430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Analogy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09651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organized by 'feeling' instead of alphabetical order — romantic novels from the 1990s are near each other even if the titles are completely different.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Retrieval-Augmented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is the core technique: instead of sending ALL 992 books to the AI (too expensive!), we first search for the 5 most relevant books, then ask the AI to recommend from only those.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 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3200400" cy="20116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38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Send all 992 books to LLM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3408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Huge amount of text (330K chars)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Expensive &amp; slow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145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LLM gets overwhelmed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547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Poor quality answers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1874520"/>
            <a:ext cx="3200400" cy="2011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9385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Search for top 5 relevant books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23408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Only ~600 chars sent to LLM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 &amp; cost-effective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3145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LLM focuses on relevant books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354787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quality recommendations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0" y="251460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069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smarter, faster, cheaper recommendations by combining search + AI generation.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Chaining — Connecting AI Steps Like Building Blocks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Expression Language (LCEL) lets you connect AI steps into a pipeline using a simple pipe ( | ) syntax — just like a factory assembly 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155448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19933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1980s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fiction"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01368" y="201168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65960" y="1508760"/>
            <a:ext cx="1554480" cy="13716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39112" y="19933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Qdrant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top 5 books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38728" y="201168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03320" y="1508760"/>
            <a:ext cx="155448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76472" y="19933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context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question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76088" y="201168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0680" y="1508760"/>
            <a:ext cx="155448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13832" y="19933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13448" y="201168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78040" y="1508760"/>
            <a:ext cx="155448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51192" y="19933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3090672"/>
            <a:ext cx="8686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108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rag_chain  =  retriever  |  format_books  |  prompt  |  llm  |  output_parser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37307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passes its output to the next — clean, readable, and easy to modify.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— Routing Requests to the Right Handler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user requests are the same. We use RunnableBranch to detect what the user wants and send it to the appropriate AI chain.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0" y="1463040"/>
            <a:ext cx="2560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0" y="2377440"/>
            <a:ext cx="21945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RunnableBranch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(keyword router)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1488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97180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91840"/>
            <a:ext cx="2468880" cy="1463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'recommend'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22860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67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Chain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books from catalog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3291840"/>
            <a:ext cx="2468880" cy="14630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'analyze'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'compare'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3767328"/>
            <a:ext cx="22860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3767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Chain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7472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themes and trends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46888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337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3767328"/>
            <a:ext cx="22860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767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Chain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— Remembering What You Said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memory, every message to the AI starts fresh — it forgets everything! We add message history so the AI can answer follow-up questions naturally.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676656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0472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I enjoy classic literature. Can you recommend something?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2221992"/>
            <a:ext cx="676656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2249424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I'd suggest Beloved by Toni Morrison (1994) — a Pulitzer Prize-winning masterpiece...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676656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08376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Who wrote the first book you recommended?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28800" y="3739896"/>
            <a:ext cx="676656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76732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That was Toni Morrison — she wrote Beloved. Would you like more of her works?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6085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Note: TinyLlama 1.1B has a 2048-token limit — long histories cause errors. Larger models handle this better.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— Save &amp; Reuse Your AI Workflows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building a complex AI chain, you don't want to rebuild it every time. Serialization lets you save the chain to a file and load it later.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your chain/prompt into JSON format and writes it to a file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19933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JSON file and reconstructs the exact same chain structure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51760" cy="1417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Rebuild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72200" y="199339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your live LLM + retriever to the loaded prompt and run 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AI workflow with teammates without sending code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8587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same prompt to production without rebuilding from scratch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your AI configurations like regular files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different prompt versions by loading two saved chains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271K books → top 1K sampled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96012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 Loader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2044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992 Documents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0515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/ GPT-4o / Gemini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31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Embeddings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model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24028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331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Qdrant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(cloud)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24028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331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5 books → AI answers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Branching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recommend vs analyze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52044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Memory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520440"/>
            <a:ext cx="274320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Save/Load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4652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chains to JSON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pieces work together: Data → Embed → Store → Retrieve → Generate → Respond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Recommendation System</dc:title>
  <dc:subject>PptxGenJS Presentation</dc:subject>
  <dc:creator>PptxGenJS</dc:creator>
  <cp:lastModifiedBy>PptxGenJS</cp:lastModifiedBy>
  <cp:revision>1</cp:revision>
  <dcterms:created xsi:type="dcterms:W3CDTF">2026-06-03T15:14:33Z</dcterms:created>
  <dcterms:modified xsi:type="dcterms:W3CDTF">2026-06-03T15:14:33Z</dcterms:modified>
</cp:coreProperties>
</file>